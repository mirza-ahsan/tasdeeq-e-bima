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5D4B"/>
                </a:solidFill>
                <a:latin typeface="Arial"/>
              </a:rPr>
              <a:t>BANO QABIL AI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0E1412"/>
                </a:solidFill>
                <a:latin typeface="Georgia"/>
              </a:rPr>
              <a:t>Claim Check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965960"/>
            <a:ext cx="10515600" cy="0"/>
          </a:xfrm>
          <a:prstGeom prst="line">
            <a:avLst/>
          </a:prstGeom>
          <a:ln w="9525">
            <a:solidFill>
              <a:srgbClr val="E1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3E4945"/>
                </a:solidFill>
                <a:latin typeface="Arial"/>
              </a:rPr>
              <a:t>Catch the rejection before you submit the claim.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E4945"/>
                </a:solidFill>
                <a:latin typeface="Arial"/>
              </a:rPr>
              <a:t>A pre-submission check for Pakistani private clinics: how likely a claim is to be rejected, which field is the problem, and what to fix.</a:t>
            </a:r>
          </a:p>
        </p:txBody>
      </p:sp>
      <p:pic>
        <p:nvPicPr>
          <p:cNvPr id="6" name="Picture 5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240280"/>
            <a:ext cx="512064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Mirza Ahsan Baig and Safee Akmal · Tasdeeq-e-Bima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0807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5D4B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0E1412"/>
                </a:solidFill>
                <a:latin typeface="Georgia"/>
              </a:rPr>
              <a:t>Rejections are paperwork, not medicine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965960"/>
            <a:ext cx="10515600" cy="0"/>
          </a:xfrm>
          <a:prstGeom prst="line">
            <a:avLst/>
          </a:prstGeom>
          <a:ln w="9525">
            <a:solidFill>
              <a:srgbClr val="E1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0"/>
            <a:ext cx="6949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A clinic treats an insured patient, then bills the insurer or TPA. A large share of those claims come back rejected — for a missing pre-authorisation, a filing deadline passed, documents left out.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The clinic finds out weeks later. Small clinics have no billing specialist to catch it. Cash flow becomes unpredictable, and clinics eventually stop accepting insurance patients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A financial-inclusion problem as much as a healthcare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0807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5D4B"/>
                </a:solidFill>
                <a:latin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0E1412"/>
                </a:solidFill>
                <a:latin typeface="Georgia"/>
              </a:rPr>
              <a:t>Enter the bill. Answer what matters.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965960"/>
            <a:ext cx="10515600" cy="0"/>
          </a:xfrm>
          <a:prstGeom prst="line">
            <a:avLst/>
          </a:prstGeom>
          <a:ln w="9525">
            <a:solidFill>
              <a:srgbClr val="E1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3E4945"/>
                </a:solidFill>
                <a:latin typeface="Arial"/>
              </a:rPr>
              <a:t>1.  The clerk enters the patient and the bill: procedure and amount.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E4945"/>
                </a:solidFill>
                <a:latin typeface="Arial"/>
              </a:rPr>
              <a:t>2.  The tool asks only the paperwork questions that matter for this claim, choosing each by expected information gain.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E4945"/>
                </a:solidFill>
                <a:latin typeface="Arial"/>
              </a:rPr>
              <a:t>3.  It returns the risk, the fields driving it, the likely X12 CARC reason code, and the one thing to do before submitting.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E4945"/>
                </a:solidFill>
                <a:latin typeface="Arial"/>
              </a:rPr>
              <a:t>When the procedure needs pre-authorisation, that is always the first question — a claim that needed it is never cleared without it.</a:t>
            </a:r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240280"/>
            <a:ext cx="512064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Calibrated LightGBM · exact Shapley attribution · Qwen on Alibaba Cloud DashScope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0807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5D4B"/>
                </a:solidFill>
                <a:latin typeface="Arial"/>
              </a:rPr>
              <a:t>THE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0E1412"/>
                </a:solidFill>
                <a:latin typeface="Georgia"/>
              </a:rPr>
              <a:t>It asks, it doesn't just collect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965960"/>
            <a:ext cx="10515600" cy="0"/>
          </a:xfrm>
          <a:prstGeom prst="line">
            <a:avLst/>
          </a:prstGeom>
          <a:ln w="9525">
            <a:solidFill>
              <a:srgbClr val="E1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0"/>
            <a:ext cx="6949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Most tools here are a form with a model bolted on, or a fixed decision tree. This one computes, after every answer, how much each remaining question would reduce its uncertainty about this claim, and asks that one.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It stops as soon as the verdict is settled: never before 3 questions, never after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2860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B5D4B"/>
                </a:solidFill>
                <a:latin typeface="Arial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85292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question orders across 362 test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47472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B5D4B"/>
                </a:solidFill>
                <a:latin typeface="Arial"/>
              </a:rPr>
              <a:t>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40416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questions on average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66344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B5D4B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52303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insurer rules checked on every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0807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5D4B"/>
                </a:solidFill>
                <a:latin typeface="Arial"/>
              </a:rPr>
              <a:t>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0E1412"/>
                </a:solidFill>
                <a:latin typeface="Georgia"/>
              </a:rPr>
              <a:t>Every number traces back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965960"/>
            <a:ext cx="10515600" cy="0"/>
          </a:xfrm>
          <a:prstGeom prst="line">
            <a:avLst/>
          </a:prstGeom>
          <a:ln w="9525">
            <a:solidFill>
              <a:srgbClr val="E1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3E4945"/>
                </a:solidFill>
                <a:latin typeface="Arial"/>
              </a:rPr>
              <a:t>The risk is a calibrated probability, with bands fitted by simulating the real question loop.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E4945"/>
                </a:solidFill>
                <a:latin typeface="Arial"/>
              </a:rPr>
              <a:t>Shapley attribution names the fields driving it, and the points add up exactly from a typical claim to this one.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E4945"/>
                </a:solidFill>
                <a:latin typeface="Arial"/>
              </a:rPr>
              <a:t>Rule checks say what the clerk may not know: whether pre-approval was needed, how much of the filing window is left.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E4945"/>
                </a:solidFill>
                <a:latin typeface="Arial"/>
              </a:rPr>
              <a:t>Qwen only words the result. Any reply with a number it was not given is rejected and replaced by a template.</a:t>
            </a:r>
          </a:p>
        </p:txBody>
      </p:sp>
      <p:pic>
        <p:nvPicPr>
          <p:cNvPr id="6" name="Picture 5" descr="result-ri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240280"/>
            <a:ext cx="512064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0807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5D4B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0E1412"/>
                </a:solidFill>
                <a:latin typeface="Georgia"/>
              </a:rPr>
              <a:t>On claims the model never saw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965960"/>
            <a:ext cx="10515600" cy="0"/>
          </a:xfrm>
          <a:prstGeom prst="line">
            <a:avLst/>
          </a:prstGeom>
          <a:ln w="9525">
            <a:solidFill>
              <a:srgbClr val="E1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0"/>
            <a:ext cx="6949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Only 24% of claims are rejected, so blindly approving everything already scores 76%. AUC and verdict quality are the honest headline.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Claims cleared as low risk: 62% of all, 89% of them accepted. Claims flagged high: 26% of all, 56% of them rejected. Accuracy at the high-risk line: 81.8%. Reason code: 88% top-1 across 12 real codes.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2860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B5D4B"/>
                </a:solidFill>
                <a:latin typeface="Arial"/>
              </a:rPr>
              <a:t>0.85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85292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ROC AUC, fully answered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47472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B5D4B"/>
                </a:solidFill>
                <a:latin typeface="Arial"/>
              </a:rPr>
              <a:t>89%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40416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of cleared claims accepted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66344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B5D4B"/>
                </a:solidFill>
                <a:latin typeface="Arial"/>
              </a:rPr>
              <a:t>72%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52303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of rejections flagged in advance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Held-out test split, used once · low ≤ 23%, high ≥ 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0807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5D4B"/>
                </a:solidFill>
                <a:latin typeface="Arial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0E1412"/>
                </a:solidFill>
                <a:latin typeface="Georgia"/>
              </a:rPr>
              <a:t>No, the data is not real. It cannot be.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965960"/>
            <a:ext cx="10515600" cy="0"/>
          </a:xfrm>
          <a:prstGeom prst="line">
            <a:avLst/>
          </a:prstGeom>
          <a:ln w="9525">
            <a:solidFill>
              <a:srgbClr val="E1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0"/>
            <a:ext cx="6949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No public dataset exists anywhere of real clinic claims paired with their outcomes. Insurers treat that as private business information.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So we built ours from two real pieces: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Synthea — open clinical simulator, real SNOMED CT codes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X12 CARC — the real industry rejection-reason standard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Only the labelling logic is ours, and it is written down. A near-perfect score on self-generated data would only prove the model had memorised our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docs/data-provenance.md · docs/model-card.md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0807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5D4B"/>
                </a:solidFill>
                <a:latin typeface="Arial"/>
              </a:rPr>
              <a:t>BUILT TO BE CHECKED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0E1412"/>
                </a:solidFill>
                <a:latin typeface="Georgia"/>
              </a:rPr>
              <a:t>Reproducible, and audited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965960"/>
            <a:ext cx="10515600" cy="0"/>
          </a:xfrm>
          <a:prstGeom prst="line">
            <a:avLst/>
          </a:prstGeom>
          <a:ln w="9525">
            <a:solidFill>
              <a:srgbClr val="E1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0"/>
            <a:ext cx="6949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The dataset builds byte-for-byte from a checksum-pinned Synthea bundle; CI rebuilds it weekly and fails on any drift.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Hyperparameters chosen by cross-validation, bands on validation, the test split reported once — as the verdicts users would get.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An independent audit's findings are fixed and pinned by tests: input validation, verdict gating, attribution that adds up, and an explanation layer that cannot state a number it was not given.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When staff disagree, one click logs a labelled correction. Nothing retrains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0807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5D4B"/>
                </a:solidFill>
                <a:latin typeface="Arial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0E1412"/>
                </a:solidFill>
                <a:latin typeface="Georgia"/>
              </a:rPr>
              <a:t>What production would need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965960"/>
            <a:ext cx="10515600" cy="0"/>
          </a:xfrm>
          <a:prstGeom prst="line">
            <a:avLst/>
          </a:prstGeom>
          <a:ln w="9525">
            <a:solidFill>
              <a:srgbClr val="E1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0"/>
            <a:ext cx="6949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1.  Real historical claims with real adjudication outcomes, from a partner clinic or TPA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2.  Parsed 835 remittance advice, for the codes insurers actually sent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3.  Retraining as outcomes accumulate, with human corrections as labels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4.  Per-insurer models and rule tables — they differ by payer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3E4945"/>
                </a:solidFill>
                <a:latin typeface="Arial"/>
              </a:rPr>
              <a:t>The system supports all four. It cannot access the data they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Python · LightGBM · FastAPI · Next.js · Qwen on DashScope · containerised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0807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A6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