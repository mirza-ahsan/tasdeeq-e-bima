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BANO QABIL AI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0">
                <a:solidFill>
                  <a:srgbClr val="17150F"/>
                </a:solidFill>
                <a:latin typeface="Newsreader"/>
              </a:rPr>
              <a:t>Claim Check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 spell-checker for insurance claims.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Checks a clinic's claim before it is submitted: how likely it is to be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rejected, which field is the problem, and what to fix.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Mirza Ahsan Baig and Safee · LightGBM + SHAP + Qwen on DashScope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Rejections are paperwork, not medicine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 clinic treats an insured patient, then bills the insurer or TPA.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 large share of those claims come back rejected — for missing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pre-authorisation, a filing deadline passed, documents left out.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The clinic finds out weeks later. Small clinics have no billing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specialist to catch it. Cash flow becomes unpredictable, and clinics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eventually stop accepting insurance patients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A financial inclusion problem as much as a healthcare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Three parts, none of them mocked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1.  Risk model — LightGBM gives a calibrated probability; SHAP names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the specific field driving it; a second model predicts the real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X12 CARC reason code.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2.  Adaptive questioning — after every answer it computes the mutual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information between the outcome and each unanswered field, then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asks whichever would reduce uncertainty most.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3.  Plain language — Qwen restates the computed result in two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sentences. It cannot change the number, the code, or the fields.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THE DIFFERENTIATOR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It asks, it doesn't just collect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Most tools in this space are a form with a model bolted on.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Insurance chatbots that do adaptive intake run a decision tree.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Ours is information-theoretic: the next question is the one with the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highest mutual information with the outcome, given what is known.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Across 200 held-out claims we see 72 distinct question orders.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37744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72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29443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distinct question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61188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3.7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417880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questions, clean 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4632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4.1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541324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questions, problem claim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THE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The estimate is never hidden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The running probability is on screen from the first question, so there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is no reveal to wait for. Every answer is scored against the reading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immediately before it — a field that hurts the claim is flagged while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staff can still correct it, not in the verdict when they cannot.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"Supporting documents: Some missing — this raised the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 estimate by 17 points."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SHAP attribution, the CARC citation and Qwen's plain-language reading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sit alongside it. No rejection reason is shown for a clean claim: the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reason model trains only on rejected claims, so naming one would be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inventing a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Built for clinic admin staff — CARC, SHAP and information gain each carry a 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Deliberately not perfect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Only 26.5% of claims are rejected, so blindly approving everything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already scores 73.5%. Accuracy is the wrong headline — AUC and recall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are the meaningful numbers.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Per-code accuracy is highest where it matters: 92% on CARC 197,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pre-authorisation absent.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37744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0.788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29443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ROC AUC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61188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67.7%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417880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recall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4632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68 / 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541324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CARC top-1 / top-3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Held at 77.9% accuracy on purpose — see next slide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No, the data is not real. It cannot be.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No public dataset exists anywhere of real clinic claims paired with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their outcomes. Insurers treat that as private business information.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Every commercial product here trains on its own private history.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So we built ours from two real pieces: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Synthea — open clinical simulator, real SNOMED CT codes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X12 CARC — the real industry rejection-reason standard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Only the labelling logic is ours, and we documented exactly where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that line falls. A near-perfect score on self-generated data would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only prove the model memorised our own rules.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docs/data-provenance.md · docs/model-card.md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Honest about self-improvement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When staff disagree, one click logs the correction as a labelled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example. That is all it does, and we say so.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Real products close this loop by parsing the 835 remittance files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insurers return, retraining as outcomes accumulate over weeks.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Nobody in this industry has live self-improvement.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Our architecture supports that path. The demo does not pretend to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have walked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What production would need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1.  Real historical claims with real adjudication outcomes, from a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partner clinic or TPA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2.  Parsed 835 remittance advice, for the codes insurers actually sent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3.  Retraining as outcomes accumulate, with human corrections as labels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4.  Per-insurer models — filing rules and tariffs differ by payer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The system supports all four. It cannot access the data they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Python · LightGBM · SHAP · FastAPI · Next.js · Qwen on DashScope · containerised, ECS runbook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