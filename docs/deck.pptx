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BANO QABIL AI HACKATHON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800" b="0">
                <a:solidFill>
                  <a:srgbClr val="17150F"/>
                </a:solidFill>
                <a:latin typeface="Newsreader"/>
              </a:rPr>
              <a:t>Claim Check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spell-checker for insurance claims.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Checks a clinic's claim before it is submitted: how likely it is to be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rejected, which field is the problem, and what to fix.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Mirza Ahsan Baig and Safee · LightGBM + SHAP + Qwen on DashScope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Rejections are paperwork, not medicine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clinic treats an insured patient, then bills the insurer or TPA.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 large share of those claims come back rejected — for missing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pre-authorisation, a filing deadline passed, documents left out.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clinic finds out weeks later. Small clinics have no billing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specialist to catch it. Cash flow becomes unpredictable, and clinics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eventually stop accepting insurance patients at all.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A financial inclusion problem as much as a healthcare one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Three parts, none of them mocked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Risk model — LightGBM gives a calibrated probability; SHAP names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the specific field driving it; a second model predicts the real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reason code.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Adaptive questioning — after every answer it computes the mutual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information between the outcome and each unanswered field, then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asks whichever would reduce uncertainty most.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Plain language — Qwen restates the computed result in two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sentences. It cannot change the number, the code, or the fields.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DIFFERENTIATOR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It asks, it doesn't just collect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Most tools in this space are a form with a model bolted 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Insurance chatbots that do adaptive intake run a decision tree.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Ours is information-theoretic: the next question is the one with the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highest mutual information with the outcome, given what is known.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Across 200 held-out claims we see 72 distinct question orders.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72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distinct question orders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3.7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clean claim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4.1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questions, problem claim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Deliberately not perfect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26.5% of claims are rejected, so blindly approving everything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already scores 73.5%. Accuracy is the wrong headline — AUC and recall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are the meaningful numbers.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Per-code accuracy is highest where it matters: 92% on CARC 197,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pre-authorisation absent.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0" y="237744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0.788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75320" y="294436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ROC AUC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361188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67.7%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417880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recall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0" y="4846320"/>
            <a:ext cx="310896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0">
                <a:solidFill>
                  <a:srgbClr val="1F4B43"/>
                </a:solidFill>
                <a:latin typeface="Newsreader"/>
              </a:rPr>
              <a:t>68 / 80%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20" y="5413248"/>
            <a:ext cx="310896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CARC top-1 / top-3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Held at 77.9% accuracy on purpose — see next slide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DATA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No, the data is not real. It cannot be.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 public dataset exists anywhere of real clinic claims paired with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their outcomes. Insurers treat that as private business information.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Every commercial product here trains on its own private history.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So we built ours from two real pieces: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Synthea — open clinical simulator, real SNOMED CT codes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X12 CARC — the real industry rejection-reason standard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the labelling logic is ours, and we documented exactly where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that line falls. A near-perfect score on self-generated data would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only prove the model memorised our own rules.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docs/data-provenance.md · docs/model-card.md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THE LOOP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Honest about self-improvement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When staff disagree, one click logs the correction as a labelled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example. That is all it does, and we say so.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Real products close this loop by parsing the 835 remittance files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insurers return, retraining as outcomes accumulate over weeks.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Nobody in this industry has live self-improvement.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Our architecture supports that path. The demo does not pretend to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have walked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9F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594360"/>
            <a:ext cx="10058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60120"/>
            <a:ext cx="1060704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3000" b="0">
                <a:solidFill>
                  <a:srgbClr val="17150F"/>
                </a:solidFill>
                <a:latin typeface="Newsreader"/>
              </a:rPr>
              <a:t>What production would need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822960" y="1965960"/>
            <a:ext cx="10515600" cy="0"/>
          </a:xfrm>
          <a:prstGeom prst="line">
            <a:avLst/>
          </a:prstGeom>
          <a:ln w="9525">
            <a:solidFill>
              <a:srgbClr val="E2DED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822960" y="2286000"/>
            <a:ext cx="694944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1.  Real historical claims with real adjudication outcomes, from 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     partner clinic or TPA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2.  Parsed 835 remittance advice, for the codes insurers actually sent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3.  Retraining as outcomes accumulate, with human corrections as labels</a:t>
            </a: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4.  Per-insurer models — filing rules and tariffs differ by payer</a:t>
            </a:r>
          </a:p>
          <a:p>
            <a:pPr>
              <a:spcAft>
                <a:spcPts val="300"/>
              </a:spcAft>
            </a:pPr>
          </a:p>
          <a:p>
            <a:pPr>
              <a:spcAft>
                <a:spcPts val="300"/>
              </a:spcAft>
            </a:pPr>
            <a:r>
              <a:rPr sz="1500">
                <a:solidFill>
                  <a:srgbClr val="4A463B"/>
                </a:solidFill>
                <a:latin typeface="IBM Plex Sans"/>
              </a:rPr>
              <a:t>The system supports all four. It cannot access the data they need.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105156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Python · LightGBM · SHAP · FastAPI · Next.js · Qwen on DashScope · Alibaba Cloud ECS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03504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7D7767"/>
                </a:solidFill>
                <a:latin typeface="IBM Plex Mono"/>
              </a:rPr>
              <a:t>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